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06.1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350 1 24575,'-5'0'0,"-6"0"0,-7 0 0,-4 0 0,-5 0 0,-1 0 0,-2 0 0,-5 0 0,-1 0 0,0 0 0,6 4 0,3 3 0,2 4 0,5 1-8191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07.7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1 24575,'-10'0'0,"1"1"0,-1 1 0,1 0 0,0 0 0,-1 1 0,1 0 0,0 0 0,1 1 0,-1 1 0,1-1 0,0 1 0,0 1 0,-11 9 0,-9 10 0,1 1 0,-27 33 0,26-27 0,26-30 0,0 0 0,0 0 0,0 1 0,0-1 0,0 1 0,1-1 0,-1 1 0,1-1 0,0 1 0,0 0 0,0-1 0,0 1 0,0 0 0,0 0 0,1 0 0,-1 5 0,2-5 0,0 0 0,0 0 0,0 0 0,0 0 0,0-1 0,0 1 0,1 0 0,0-1 0,-1 1 0,1-1 0,0 1 0,0-1 0,0 0 0,1 0 0,-1 0 0,3 2 0,5 7 11,0 0 0,-1 0-1,-1 0 1,1 1 0,-2 1-1,0-1 1,0 1 0,-1 0-1,-1 1 1,6 20 0,-4-12-505,1 0-1,21 36 1,-13-33-6332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10.0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73 0 24575,'-3'1'0,"1"-1"0,-1 1 0,0-1 0,1 1 0,-1 0 0,1 0 0,0 0 0,-1 0 0,1 1 0,0-1 0,0 1 0,0-1 0,-1 1 0,2 0 0,-1 0 0,-2 2 0,3-3 0,1-1 0,-1 1 0,1-1 0,-1 1 0,1 0 0,-1-1 0,1 1 0,0 0 0,-1 0 0,1-1 0,0 1 0,0 0 0,-1 0 0,1-1 0,0 1 0,0 0 0,0 0 0,0 0 0,0-1 0,0 1 0,0 0 0,0 0 0,1 0 0,-1-1 0,0 1 0,0 0 0,1 0 0,-1-1 0,0 1 0,1 0 0,-1-1 0,0 1 0,1 0 0,-1-1 0,1 1 0,0-1 0,-1 1 0,1 0 0,-1-1 0,1 0 0,0 1 0,-1-1 0,1 1 0,0-1 0,0 0 0,-1 1 0,1-1 0,0 0 0,0 0 0,-1 0 0,1 1 0,0-1 0,0 0 0,0 0 0,0 0 0,28 4 0,0-1 0,-1-1 0,1-1 0,41-5 0,4 1 0,40 3 0,-462 0 0,339 0-273,1 0 0,-1 1 0,0 0 0,-8 2 0,-1 3-6553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11.3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432 1 24143,'-432'317'0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14.0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24575,'5'4'0,"1"8"0,1 6 0,2 4 0,6 4 0,5 3 0,-1 1 0,-3 0 0,-1 0 0,-1 0 0,0-6 0,4-1 0,3 0 0,-1 1 0,0 1 0,-3-3-8191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15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30 24575,'0'-5'0,"5"-1"0,7 0 0,5 1 0,6 1 0,3 2 0,3 1 0,0 0 0,1 1 0,-4 5 0,-3 2 0,0 0 0,2-2 0,0-2 0,2 0 0,1-2 0,-5 4 0,-5 2-8191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4T17:27:18.5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0 240 24575,'1'4'0,"1"1"0,-1-1 0,1 0 0,0 0 0,0 0 0,0 0 0,1-1 0,0 1 0,-1-1 0,6 6 0,3 4 0,26 43 0,-19-28 0,32 39 0,-19-23 0,-28-37 0,1 0 0,0 0 0,1-1 0,-1 0 0,1 0 0,1 0 0,-1 0 0,1-1 0,11 9 0,-17-14 0,1 0 0,-1 0 0,0 0 0,0 0 0,1 0 0,-1 0 0,0 0 0,1 0 0,-1 0 0,0 0 0,1 0 0,-1 0 0,0 0 0,0 0 0,1 0 0,-1 0 0,0 0 0,1 0 0,-1 0 0,0-1 0,0 1 0,1 0 0,-1 0 0,0 0 0,0 0 0,1-1 0,-1 1 0,0 0 0,0 0 0,1 0 0,-1-1 0,0 1 0,0 0 0,0-1 0,0 1 0,0 0 0,1 0 0,-1-1 0,0 1 0,0 0 0,0-1 0,0 1 0,0 0 0,0 0 0,0-1 0,0 1 0,0 0 0,0-1 0,0 1 0,0-1 0,-1-19 0,1 17 0,-2-9 0,0 1 0,0 0 0,-1 0 0,-1-1 0,0 2 0,0-1 0,-1 0 0,0 1 0,-1 0 0,-11-15 0,-6-4 0,-2 2 0,-27-25 0,19 20 0,30 30 0,0-1 0,0 0 0,1 0 0,-1 0 0,1 0 0,-1-1 0,1 1 0,0-1 0,0 1 0,1-1 0,-1 0 0,-1-6 0,3 7 0,0 1 0,0-1 0,1 0 0,-1 0 0,1 0 0,-1 0 0,1 1 0,0-1 0,0 0 0,0 1 0,0-1 0,1 1 0,-1-1 0,1 1 0,-1 0 0,1-1 0,0 1 0,0 0 0,2-2 0,22-22-273,1 2 0,2 0 0,0 2 0,45-26 0,-51 34-6553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5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0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3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53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7073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31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03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08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46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3847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621558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321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83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8427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6692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82610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3906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841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516126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95576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0608580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336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793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453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0017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450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06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3C791B08-2B3F-4014-9D92-DF0E57187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60950914-1815-48E8-A442-5553F7DA2B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769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5" Type="http://schemas.openxmlformats.org/officeDocument/2006/relationships/image" Target="../media/image2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8.png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63A1B-A722-DFB3-980F-3C3E7E403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2058" y="1425846"/>
            <a:ext cx="8765629" cy="1735137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IN" sz="5400" b="1" spc="600" dirty="0"/>
              <a:t>Road Pothole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77712A-A4F0-A610-2A5F-613DA8AE49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2058" y="3160983"/>
            <a:ext cx="8050925" cy="2271171"/>
          </a:xfrm>
        </p:spPr>
        <p:txBody>
          <a:bodyPr>
            <a:noAutofit/>
          </a:bodyPr>
          <a:lstStyle/>
          <a:p>
            <a:r>
              <a:rPr lang="en-IN" sz="2800" b="1" spc="300" dirty="0"/>
              <a:t>Detecting potholes and tracking repairs</a:t>
            </a:r>
            <a:br>
              <a:rPr lang="en-IN" sz="2800" spc="300" dirty="0"/>
            </a:br>
            <a:br>
              <a:rPr lang="en-IN" sz="2800" spc="300" dirty="0"/>
            </a:br>
            <a:r>
              <a:rPr lang="en-IN" b="1" spc="300" dirty="0"/>
              <a:t>Name : Prajukta Harichandan</a:t>
            </a:r>
          </a:p>
          <a:p>
            <a:r>
              <a:rPr lang="en-IN" b="1" spc="300" dirty="0" err="1"/>
              <a:t>Redg</a:t>
            </a:r>
            <a:r>
              <a:rPr lang="en-IN" b="1" spc="300" dirty="0"/>
              <a:t> no : 2341008004</a:t>
            </a:r>
            <a:br>
              <a:rPr lang="en-IN" b="1" spc="300" dirty="0"/>
            </a:br>
            <a:r>
              <a:rPr lang="en-IN" b="1" spc="300" dirty="0"/>
              <a:t>Batch 3</a:t>
            </a:r>
            <a:br>
              <a:rPr lang="en-IN" b="1" spc="300" dirty="0"/>
            </a:br>
            <a:r>
              <a:rPr lang="en-IN" b="1" spc="300" dirty="0"/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1225618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C7AFF-2081-3100-2E96-7BA51FA31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/>
              <a:t>Problems and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BD383-7AA1-AEE1-C0F2-E62C4F356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Potholes on Indian roads cause accidents and vehicle damage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know how many exist and how many are repaired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a software prototype that detects potholes and tracks repair status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C++ on Linux, no extra hardware needed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46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341D5-2FAB-93D5-ACF2-F6E5BDB3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1B3DE-B500-58A5-1850-03394F6A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17" y="2133600"/>
            <a:ext cx="11205535" cy="4305300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71C64-2976-6B07-1A5C-2AD9F2F266EE}"/>
              </a:ext>
            </a:extLst>
          </p:cNvPr>
          <p:cNvSpPr/>
          <p:nvPr/>
        </p:nvSpPr>
        <p:spPr>
          <a:xfrm>
            <a:off x="641355" y="2839453"/>
            <a:ext cx="2236596" cy="1284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0DDF4B-73A9-EA0E-B9A2-0A7A254D987A}"/>
              </a:ext>
            </a:extLst>
          </p:cNvPr>
          <p:cNvSpPr/>
          <p:nvPr/>
        </p:nvSpPr>
        <p:spPr>
          <a:xfrm>
            <a:off x="3259674" y="2839451"/>
            <a:ext cx="2399903" cy="1284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769FE1-8A19-2076-D7D7-AEB923CD7698}"/>
              </a:ext>
            </a:extLst>
          </p:cNvPr>
          <p:cNvSpPr/>
          <p:nvPr/>
        </p:nvSpPr>
        <p:spPr>
          <a:xfrm>
            <a:off x="6096000" y="2839452"/>
            <a:ext cx="2399902" cy="1284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9F6025-F826-2A6C-F416-94A2AF39E6E3}"/>
              </a:ext>
            </a:extLst>
          </p:cNvPr>
          <p:cNvSpPr/>
          <p:nvPr/>
        </p:nvSpPr>
        <p:spPr>
          <a:xfrm>
            <a:off x="8932325" y="2839452"/>
            <a:ext cx="2138682" cy="13262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F86127-E365-FF03-0068-78FD98D2C7D9}"/>
              </a:ext>
            </a:extLst>
          </p:cNvPr>
          <p:cNvSpPr txBox="1"/>
          <p:nvPr/>
        </p:nvSpPr>
        <p:spPr>
          <a:xfrm>
            <a:off x="841664" y="3200400"/>
            <a:ext cx="163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Sensor / dev /</a:t>
            </a:r>
            <a:r>
              <a:rPr lang="en-IN" dirty="0" err="1"/>
              <a:t>urandom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A88C6E-FA06-DC83-854E-0314F50B7B2E}"/>
              </a:ext>
            </a:extLst>
          </p:cNvPr>
          <p:cNvSpPr txBox="1"/>
          <p:nvPr/>
        </p:nvSpPr>
        <p:spPr>
          <a:xfrm>
            <a:off x="3449053" y="3200400"/>
            <a:ext cx="1774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Detection jolt &gt;= 80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28E07E-621D-6C56-1F04-B55AD5AB4B34}"/>
              </a:ext>
            </a:extLst>
          </p:cNvPr>
          <p:cNvSpPr txBox="1"/>
          <p:nvPr/>
        </p:nvSpPr>
        <p:spPr>
          <a:xfrm>
            <a:off x="6096000" y="32004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Storage arrays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5780F1-6B14-DA32-7B9D-C5ABFBF5FC38}"/>
              </a:ext>
            </a:extLst>
          </p:cNvPr>
          <p:cNvSpPr txBox="1"/>
          <p:nvPr/>
        </p:nvSpPr>
        <p:spPr>
          <a:xfrm>
            <a:off x="9063789" y="3200400"/>
            <a:ext cx="1616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Menu scan / show / fix / stats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F6730AF-730A-7751-D808-ECAB2D380814}"/>
              </a:ext>
            </a:extLst>
          </p:cNvPr>
          <p:cNvGrpSpPr/>
          <p:nvPr/>
        </p:nvGrpSpPr>
        <p:grpSpPr>
          <a:xfrm>
            <a:off x="8643093" y="3397549"/>
            <a:ext cx="199800" cy="207000"/>
            <a:chOff x="8643093" y="3397549"/>
            <a:chExt cx="199800" cy="20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0624FCB-ED8D-EF70-5CE5-75AA3951BC14}"/>
                    </a:ext>
                  </a:extLst>
                </p14:cNvPr>
                <p14:cNvContentPartPr/>
                <p14:nvPr/>
              </p14:nvContentPartPr>
              <p14:xfrm>
                <a:off x="8716533" y="3491149"/>
                <a:ext cx="126360" cy="12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0624FCB-ED8D-EF70-5CE5-75AA3951BC1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10413" y="3485029"/>
                  <a:ext cx="138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4115615-3E4B-2B9C-A870-8B87EEB13326}"/>
                    </a:ext>
                  </a:extLst>
                </p14:cNvPr>
                <p14:cNvContentPartPr/>
                <p14:nvPr/>
              </p14:nvContentPartPr>
              <p14:xfrm>
                <a:off x="8643093" y="3397549"/>
                <a:ext cx="106200" cy="2070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4115615-3E4B-2B9C-A870-8B87EEB133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36973" y="3391429"/>
                  <a:ext cx="118440" cy="21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9250640-2640-9541-48E7-FC940D44C211}"/>
                  </a:ext>
                </a:extLst>
              </p14:cNvPr>
              <p14:cNvContentPartPr/>
              <p14:nvPr/>
            </p14:nvContentPartPr>
            <p14:xfrm>
              <a:off x="5886213" y="3439309"/>
              <a:ext cx="150840" cy="25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9250640-2640-9541-48E7-FC940D44C21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880093" y="3433189"/>
                <a:ext cx="1630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2AD732C-B5DB-017E-867D-AEEBF7A13302}"/>
                  </a:ext>
                </a:extLst>
              </p14:cNvPr>
              <p14:cNvContentPartPr/>
              <p14:nvPr/>
            </p14:nvContentPartPr>
            <p14:xfrm>
              <a:off x="5808453" y="3314389"/>
              <a:ext cx="155880" cy="114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2AD732C-B5DB-017E-867D-AEEBF7A1330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802333" y="3308269"/>
                <a:ext cx="1681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973B7D0-8C7E-1043-E9D1-C0861BC707A1}"/>
                  </a:ext>
                </a:extLst>
              </p14:cNvPr>
              <p14:cNvContentPartPr/>
              <p14:nvPr/>
            </p14:nvContentPartPr>
            <p14:xfrm>
              <a:off x="5828973" y="3491149"/>
              <a:ext cx="85320" cy="1346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973B7D0-8C7E-1043-E9D1-C0861BC707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22853" y="3485029"/>
                <a:ext cx="97560" cy="14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8209A843-4F0C-060D-248F-EFC70BF95882}"/>
              </a:ext>
            </a:extLst>
          </p:cNvPr>
          <p:cNvGrpSpPr/>
          <p:nvPr/>
        </p:nvGrpSpPr>
        <p:grpSpPr>
          <a:xfrm>
            <a:off x="3002973" y="3352909"/>
            <a:ext cx="202320" cy="204120"/>
            <a:chOff x="3002973" y="3352909"/>
            <a:chExt cx="202320" cy="2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D3D9922-318C-BA3A-838A-D39164A3AA08}"/>
                    </a:ext>
                  </a:extLst>
                </p14:cNvPr>
                <p14:cNvContentPartPr/>
                <p14:nvPr/>
              </p14:nvContentPartPr>
              <p14:xfrm>
                <a:off x="3065253" y="3428509"/>
                <a:ext cx="140040" cy="15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D3D9922-318C-BA3A-838A-D39164A3AA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59133" y="3422389"/>
                  <a:ext cx="152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5E8EB68-055E-436A-12B1-777BB2FDCA89}"/>
                    </a:ext>
                  </a:extLst>
                </p14:cNvPr>
                <p14:cNvContentPartPr/>
                <p14:nvPr/>
              </p14:nvContentPartPr>
              <p14:xfrm>
                <a:off x="3002973" y="3352909"/>
                <a:ext cx="92520" cy="204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5E8EB68-055E-436A-12B1-777BB2FDCA8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96493" y="3346789"/>
                  <a:ext cx="104760" cy="216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2FF5B87-356D-0C93-7B2B-D76A57DB0D4D}"/>
              </a:ext>
            </a:extLst>
          </p:cNvPr>
          <p:cNvSpPr txBox="1"/>
          <p:nvPr/>
        </p:nvSpPr>
        <p:spPr>
          <a:xfrm>
            <a:off x="699467" y="5037423"/>
            <a:ext cx="104296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left to right: the sensor gives a reading, the logic decides if it is a pothole, the result is stored, and the menu lets the user work with it.</a:t>
            </a:r>
            <a:endParaRPr lang="en-US" sz="2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010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7B3B4-00AF-E9DD-A59B-8A9389F91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/>
              <a:t>Working of the Project and Its Linux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E9C17-4693-C582-1B28-99B6B1D95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hardware, so the sensor is simulated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Linux, devices are files under /dev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uses system calls open(), read(), close() on /dev/</a:t>
            </a:r>
            <a:r>
              <a:rPr lang="en-US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urandom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of 80+ out of 100 = big jolt = pothole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80-89 low, 90-95 medium, 96-99 high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sensor driver could replace /dev/</a:t>
            </a:r>
            <a:r>
              <a:rPr lang="en-US" sz="2000" b="1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urandom</a:t>
            </a:r>
            <a:endParaRPr lang="en-US" sz="20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6601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D063-EE57-41DB-BD1C-731EEF1D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Demo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35EFE-4536-8B77-625F-43012AD29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road - checks 20 spots, reports potholes found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Show potholes - severity and status of each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pothole fixed - by pothole number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Stats - total, fixed, not fixed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g++ pothole.cpp -o pothole    Run: ./pothole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965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E1796-4ED2-BC05-09CF-CBC3E688C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5AD5-8955-76F4-C873-1EC0092F2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sensor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lost on exit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100 potholes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2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location tracking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3015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DCB4-E74F-B060-8D7A-8DE78E4E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B8919-DBAB-A815-6DCF-D0660E87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Linux kernel driver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location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database storage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Camera-based detection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800" dirty="0">
                <a:solidFill>
                  <a:schemeClr val="accent1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to authorities</a:t>
            </a:r>
            <a:endParaRPr lang="en-US" sz="28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822385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33</TotalTime>
  <Words>284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Neue Haas Grotesk Text Pro</vt:lpstr>
      <vt:lpstr>Film Burn</vt:lpstr>
      <vt:lpstr>Road Pothole Tracker</vt:lpstr>
      <vt:lpstr>Problems and Objective</vt:lpstr>
      <vt:lpstr>Architecture</vt:lpstr>
      <vt:lpstr>Working of the Project and Its Linux Concept</vt:lpstr>
      <vt:lpstr>Demo </vt:lpstr>
      <vt:lpstr>Limitations</vt:lpstr>
      <vt:lpstr>Future Works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prajukta harichandan</dc:creator>
  <cp:lastModifiedBy>prajukta harichandan</cp:lastModifiedBy>
  <cp:revision>1</cp:revision>
  <dcterms:created xsi:type="dcterms:W3CDTF">2026-10-04T17:00:44Z</dcterms:created>
  <dcterms:modified xsi:type="dcterms:W3CDTF">2026-10-04T17:34:01Z</dcterms:modified>
</cp:coreProperties>
</file>