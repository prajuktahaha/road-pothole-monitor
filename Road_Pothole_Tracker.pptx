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Pothole Tracker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potholes and tracking repairs - C++ on Linux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Prajukta Harichandan  |  Batch 3  |  Capstone Project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github.com/prajuktahaha/road-pothole-monitor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Objective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Potholes on Indian roads cause accidents and vehicle damage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know how many exist and how many are repaired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 software prototype that detects potholes and tracks repair status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C++ on Linux, no extra hardware needed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12801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/dev/urandom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8288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606040" y="1554480"/>
            <a:ext cx="1828800" cy="12801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06040" y="15544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jolt &gt;= 80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8288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754880" y="1554480"/>
            <a:ext cx="1828800" cy="12801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15544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18288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903720" y="1554480"/>
            <a:ext cx="1828800" cy="12801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03720" y="15544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/ show / fix / stats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right: the sensor gives a reading, the logic decides if it is a pothole, the result is stored, and the menu lets the user work with it.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and Linux Concept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hardware, so the sensor is simulated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Linux, devices are files under /dev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uses system calls open(), read(), close() on /dev/urandom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of 80+ out of 100 = big jolt = pothole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80-89 low, 90-95 medium, 96-99 high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sensor driver could replace /dev/urandom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Menu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Scan road - checks 20 spots, reports potholes found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Show potholes - severity and status of each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Mark pothole fixed - by pothole number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Stats - total, fixed, not fixed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g++ pothole.cpp -o pothole    Run: ./pothole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sensor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lost on exit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100 potholes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location tracking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087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Linux kernel driver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location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or database storage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detection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 authorities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Pothole Tracker</dc:title>
  <dc:subject>PptxGenJS Presentation</dc:subject>
  <dc:creator>Prajukta Harichandan</dc:creator>
  <cp:lastModifiedBy>Prajukta Harichandan</cp:lastModifiedBy>
  <cp:revision>1</cp:revision>
  <dcterms:created xsi:type="dcterms:W3CDTF">2026-10-04T16:32:33Z</dcterms:created>
  <dcterms:modified xsi:type="dcterms:W3CDTF">2026-10-04T16:32:33Z</dcterms:modified>
</cp:coreProperties>
</file>